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62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CF1288-E997-4569-BC34-677CA0095E77}" v="1" dt="2026-06-10T08:20:37.1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if, Aiza [DPYGB]" userId="127d9863-fd77-4272-bec6-83313c59d759" providerId="ADAL" clId="{CA942854-5CD4-4F1E-B519-783967212FAA}"/>
    <pc:docChg chg="undo custSel addSld modSld sldOrd">
      <pc:chgData name="Asif, Aiza [DPYGB]" userId="127d9863-fd77-4272-bec6-83313c59d759" providerId="ADAL" clId="{CA942854-5CD4-4F1E-B519-783967212FAA}" dt="2026-06-10T13:33:44.177" v="472"/>
      <pc:docMkLst>
        <pc:docMk/>
      </pc:docMkLst>
      <pc:sldChg chg="addSp modSp mod">
        <pc:chgData name="Asif, Aiza [DPYGB]" userId="127d9863-fd77-4272-bec6-83313c59d759" providerId="ADAL" clId="{CA942854-5CD4-4F1E-B519-783967212FAA}" dt="2026-06-10T08:20:44.272" v="1" actId="1076"/>
        <pc:sldMkLst>
          <pc:docMk/>
          <pc:sldMk cId="4210610473" sldId="257"/>
        </pc:sldMkLst>
        <pc:picChg chg="add mod">
          <ac:chgData name="Asif, Aiza [DPYGB]" userId="127d9863-fd77-4272-bec6-83313c59d759" providerId="ADAL" clId="{CA942854-5CD4-4F1E-B519-783967212FAA}" dt="2026-06-10T08:20:44.272" v="1" actId="1076"/>
          <ac:picMkLst>
            <pc:docMk/>
            <pc:sldMk cId="4210610473" sldId="257"/>
            <ac:picMk id="4" creationId="{BE7156E1-9B4D-675D-68B5-F38B647288D7}"/>
          </ac:picMkLst>
        </pc:picChg>
      </pc:sldChg>
      <pc:sldChg chg="addSp delSp modSp mod">
        <pc:chgData name="Asif, Aiza [DPYGB]" userId="127d9863-fd77-4272-bec6-83313c59d759" providerId="ADAL" clId="{CA942854-5CD4-4F1E-B519-783967212FAA}" dt="2026-06-10T13:22:49.516" v="468" actId="5793"/>
        <pc:sldMkLst>
          <pc:docMk/>
          <pc:sldMk cId="322579254" sldId="258"/>
        </pc:sldMkLst>
        <pc:spChg chg="del">
          <ac:chgData name="Asif, Aiza [DPYGB]" userId="127d9863-fd77-4272-bec6-83313c59d759" providerId="ADAL" clId="{CA942854-5CD4-4F1E-B519-783967212FAA}" dt="2026-06-10T08:21:03.654" v="3" actId="21"/>
          <ac:spMkLst>
            <pc:docMk/>
            <pc:sldMk cId="322579254" sldId="258"/>
            <ac:spMk id="3" creationId="{E308600D-DFA3-9924-D0CD-24C88BD95B71}"/>
          </ac:spMkLst>
        </pc:spChg>
        <pc:spChg chg="add mod">
          <ac:chgData name="Asif, Aiza [DPYGB]" userId="127d9863-fd77-4272-bec6-83313c59d759" providerId="ADAL" clId="{CA942854-5CD4-4F1E-B519-783967212FAA}" dt="2026-06-10T13:22:49.516" v="468" actId="5793"/>
          <ac:spMkLst>
            <pc:docMk/>
            <pc:sldMk cId="322579254" sldId="258"/>
            <ac:spMk id="6" creationId="{549D9CFB-CEED-A947-2D69-F44E079D9C07}"/>
          </ac:spMkLst>
        </pc:spChg>
      </pc:sldChg>
      <pc:sldChg chg="modSp mod">
        <pc:chgData name="Asif, Aiza [DPYGB]" userId="127d9863-fd77-4272-bec6-83313c59d759" providerId="ADAL" clId="{CA942854-5CD4-4F1E-B519-783967212FAA}" dt="2026-06-10T13:17:44.091" v="462" actId="20577"/>
        <pc:sldMkLst>
          <pc:docMk/>
          <pc:sldMk cId="3618685803" sldId="259"/>
        </pc:sldMkLst>
        <pc:spChg chg="mod">
          <ac:chgData name="Asif, Aiza [DPYGB]" userId="127d9863-fd77-4272-bec6-83313c59d759" providerId="ADAL" clId="{CA942854-5CD4-4F1E-B519-783967212FAA}" dt="2026-06-10T13:17:44.091" v="462" actId="20577"/>
          <ac:spMkLst>
            <pc:docMk/>
            <pc:sldMk cId="3618685803" sldId="259"/>
            <ac:spMk id="3" creationId="{31E37D3E-8F77-61AD-EAA9-90D62A08A467}"/>
          </ac:spMkLst>
        </pc:spChg>
      </pc:sldChg>
      <pc:sldChg chg="modSp mod">
        <pc:chgData name="Asif, Aiza [DPYGB]" userId="127d9863-fd77-4272-bec6-83313c59d759" providerId="ADAL" clId="{CA942854-5CD4-4F1E-B519-783967212FAA}" dt="2026-06-10T13:17:31.566" v="455" actId="20577"/>
        <pc:sldMkLst>
          <pc:docMk/>
          <pc:sldMk cId="4067747212" sldId="260"/>
        </pc:sldMkLst>
        <pc:spChg chg="mod">
          <ac:chgData name="Asif, Aiza [DPYGB]" userId="127d9863-fd77-4272-bec6-83313c59d759" providerId="ADAL" clId="{CA942854-5CD4-4F1E-B519-783967212FAA}" dt="2026-06-10T13:17:31.566" v="455" actId="20577"/>
          <ac:spMkLst>
            <pc:docMk/>
            <pc:sldMk cId="4067747212" sldId="260"/>
            <ac:spMk id="3" creationId="{76C6B5A9-CA01-8ED7-8DCC-854DDD3E0175}"/>
          </ac:spMkLst>
        </pc:spChg>
      </pc:sldChg>
      <pc:sldChg chg="ord modNotesTx">
        <pc:chgData name="Asif, Aiza [DPYGB]" userId="127d9863-fd77-4272-bec6-83313c59d759" providerId="ADAL" clId="{CA942854-5CD4-4F1E-B519-783967212FAA}" dt="2026-06-10T13:33:44.177" v="472"/>
        <pc:sldMkLst>
          <pc:docMk/>
          <pc:sldMk cId="2290029726" sldId="261"/>
        </pc:sldMkLst>
      </pc:sldChg>
      <pc:sldChg chg="add">
        <pc:chgData name="Asif, Aiza [DPYGB]" userId="127d9863-fd77-4272-bec6-83313c59d759" providerId="ADAL" clId="{CA942854-5CD4-4F1E-B519-783967212FAA}" dt="2026-06-10T08:20:54.788" v="2" actId="2890"/>
        <pc:sldMkLst>
          <pc:docMk/>
          <pc:sldMk cId="1811325320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BF18B6-A0F7-469E-AD5C-910F9FA5ED2D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77D903-8546-41D3-BA5A-3315456F13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612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https://regulatory-lookup-tool-azjabpwlft46wgaqlnhdqb.streamlit.app/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7D903-8546-41D3-BA5A-3315456F132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1159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415E-27CA-0B89-5C61-A8AC36BB97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C1C2-A857-7CCD-05D7-4F51F276E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6EBE4-88E9-B75A-18A5-7547DF078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6E9F-C726-484A-BAC5-AE0642F337B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D7A5C-197F-30D4-679B-5BB7A3EA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565DB-CD09-B194-816D-7C8684222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2B4A9-0425-49C3-A864-9748E631E6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3798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D0FA7-58E6-FADD-30C4-3FF9BBDCA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A2722-2F6D-5670-4D7F-C99731546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53AFD-6950-E730-5B8E-9DDD031E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6E9F-C726-484A-BAC5-AE0642F337B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9BA3C-3F66-742C-DD1E-A75D7C15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45F51-9CE4-AC8D-17D2-B286B0C8D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2B4A9-0425-49C3-A864-9748E631E6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959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F46F9-DDB0-581D-0C8D-CDEA11DDC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31C7C-B2BF-9FDD-002C-FF167CCB8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40EED-7EE2-88F6-A0BF-793AF62D3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6E9F-C726-484A-BAC5-AE0642F337B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42B2F-40A6-641C-BA2A-52192DE1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7DF70-DF77-490A-8C01-858DFB87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2B4A9-0425-49C3-A864-9748E631E6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438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C48D8-DE77-055F-12A1-6255479C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CD6B3-546B-9AFC-5BB0-0A5DFA865D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17FBB-F124-EBB0-5A65-7D11170D9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2A441D-8BF0-D1E3-A0EF-91555DC15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6E9F-C726-484A-BAC5-AE0642F337B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6DFC6-B81F-F6FB-11EF-471BBD5F0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1851E-C83F-C339-A41D-6410E8169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2B4A9-0425-49C3-A864-9748E631E6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866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DC2E7-D076-5FCF-1192-540F5AEA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7B65F-1101-C175-B933-53177DA7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8A904F-0DB7-315A-B9FD-76559850E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85C18E-69E9-650E-9D9D-6F2D94E3F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11413-BBBE-2E83-8778-AA9A79B4D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0E10A2-E878-95D7-BC3A-97E02C1A1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6E9F-C726-484A-BAC5-AE0642F337B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5DB7DF-B3A2-151B-0D61-E55F8A22E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72B54C-8FAE-313D-4053-1E06EAC19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2B4A9-0425-49C3-A864-9748E631E6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932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0B9A1-BE8A-E232-2069-C7809E179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BE45F-D182-5541-8B44-09E3DF0D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6E9F-C726-484A-BAC5-AE0642F337B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EA663-05CD-9441-8894-EF0E89F5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CAEE2-E326-0869-5CA3-2166EE6A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2B4A9-0425-49C3-A864-9748E631E6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771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CE4004-B900-CC2E-15EE-57FCA3E95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6E9F-C726-484A-BAC5-AE0642F337B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80469F-436E-4BA0-34AB-72FC7C1DF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956B4-2F6D-1778-96FE-CA382169D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2B4A9-0425-49C3-A864-9748E631E6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319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0D50D-8B9B-7153-5B6B-7B9C7AD67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99EFF-C72C-59B4-BF12-9C7384BEC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59CDE-B955-9AA0-C9D8-AD8548BB0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30F943-EC78-E545-25E1-1E96037F5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6E9F-C726-484A-BAC5-AE0642F337B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1C930-7328-D409-210C-40762D6A3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A8175-52E9-2AD2-0385-BFA78BA06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2B4A9-0425-49C3-A864-9748E631E6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24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76AA4-4F02-1E17-288B-82197804A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15839F-E553-95CF-ECAD-CA0780F7E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79C19F-534F-5BE0-5340-A77518063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B37C9-F54E-0EFB-32E7-AA2C5140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6E9F-C726-484A-BAC5-AE0642F337B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3D639-CBF4-4F60-59DD-7D61D175B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AB6C7-85E8-1F11-77C1-6BC62A98B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2B4A9-0425-49C3-A864-9748E631E6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215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FDA56-B373-463A-290D-7BE11E8D4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6FF31-55F9-DE9B-2E99-2F333E0E1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F167B-21B7-D111-4A16-7A06DE212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6E9F-C726-484A-BAC5-AE0642F337B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8FCFD-1C7E-4CE8-3B64-FCA676B4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DFEAC-89F1-3F24-BB73-F47670B3C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2B4A9-0425-49C3-A864-9748E631E6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086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9E3D87-1539-9864-766F-2CD887FE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7F453-6CC3-D288-A9AF-5FA6D452A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A49BD-AE6B-612C-C969-7782B85E8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D6E9F-C726-484A-BAC5-AE0642F337B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C345E-D1BE-D6BE-501E-68EA7B234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DDBBC-9883-A860-4631-63FD32A6F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2B4A9-0425-49C3-A864-9748E631E6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82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2554F3-C6BB-0C0D-4C29-2966EBAE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FE74CC-1FC3-5E1D-F727-46B9695EB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EB922-62FB-A6FA-BC13-E1FC1EF89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3D6E9F-C726-484A-BAC5-AE0642F337B7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89D03-37AE-6CCD-B80D-13A1B088D5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1757A-FC64-9D97-40F5-5781B47CC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2B4A9-0425-49C3-A864-9748E631E6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082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hyperlink" Target="https://regulatory-lookup-tool-azjabpwlft46wgaqlnhdqb.streamlit.app/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666F7-5E18-ACA5-9403-262EA9D58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Regulatory Index Tool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E6E50-2A81-847D-922F-04BED89E3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https://regulatory-lookup-tool-azjabpwlft46wgaqlnhdqb.streamlit.app/</a:t>
            </a:r>
            <a:endParaRPr lang="en-GB" dirty="0"/>
          </a:p>
          <a:p>
            <a:endParaRPr lang="en-GB" dirty="0"/>
          </a:p>
        </p:txBody>
      </p:sp>
      <p:pic>
        <p:nvPicPr>
          <p:cNvPr id="4" name="Graphic 3" descr="Folder Search with solid fill">
            <a:extLst>
              <a:ext uri="{FF2B5EF4-FFF2-40B4-BE49-F238E27FC236}">
                <a16:creationId xmlns:a16="http://schemas.microsoft.com/office/drawing/2014/main" id="{BE7156E1-9B4D-675D-68B5-F38B647288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744" y="3551555"/>
            <a:ext cx="1121664" cy="112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610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028AE-3907-1A7C-8573-F2C8BF242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Background 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5" name="Graphic 4" descr="Folder Search with solid fill">
            <a:extLst>
              <a:ext uri="{FF2B5EF4-FFF2-40B4-BE49-F238E27FC236}">
                <a16:creationId xmlns:a16="http://schemas.microsoft.com/office/drawing/2014/main" id="{96166F2C-5F23-6D2D-E364-6FCCCC90E6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pic>
        <p:nvPicPr>
          <p:cNvPr id="7" name="Graphic 6" descr="Folder Search with solid fill">
            <a:extLst>
              <a:ext uri="{FF2B5EF4-FFF2-40B4-BE49-F238E27FC236}">
                <a16:creationId xmlns:a16="http://schemas.microsoft.com/office/drawing/2014/main" id="{17647858-7F0D-E3C0-AE99-17DB186CE5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1592" y="5371211"/>
            <a:ext cx="1121664" cy="1121664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D9CFB-CEED-A947-2D69-F44E079D9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Data mining/ Data collection 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Can’t find certain attributes without finding, opening, and reading through technical documents/ master data tables. </a:t>
            </a:r>
          </a:p>
          <a:p>
            <a:r>
              <a:rPr lang="en-GB" dirty="0">
                <a:solidFill>
                  <a:schemeClr val="bg1"/>
                </a:solidFill>
              </a:rPr>
              <a:t>Extra hurdles: different naming conventions, different document formats (word, master data excel)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579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F6277-D97B-6799-5302-E1897D32A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89737-5DF9-F843-7CE7-8082D3CBA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Background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19D4B-02EF-4917-D3C4-0A80AEB04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Aim: </a:t>
            </a:r>
            <a:r>
              <a:rPr lang="en-US" dirty="0">
                <a:solidFill>
                  <a:schemeClr val="bg1"/>
                </a:solidFill>
              </a:rPr>
              <a:t>to </a:t>
            </a:r>
            <a:r>
              <a:rPr lang="en-US" b="1" dirty="0">
                <a:solidFill>
                  <a:schemeClr val="bg1"/>
                </a:solidFill>
              </a:rPr>
              <a:t>connect key device data </a:t>
            </a:r>
            <a:r>
              <a:rPr lang="en-US" dirty="0">
                <a:solidFill>
                  <a:schemeClr val="bg1"/>
                </a:solidFill>
              </a:rPr>
              <a:t>such as document numbers and product codes (BUDI and SKU numbers) in a </a:t>
            </a:r>
            <a:r>
              <a:rPr lang="en-US" b="1" dirty="0">
                <a:solidFill>
                  <a:schemeClr val="bg1"/>
                </a:solidFill>
              </a:rPr>
              <a:t>searchable format </a:t>
            </a:r>
            <a:r>
              <a:rPr lang="en-US" dirty="0">
                <a:solidFill>
                  <a:schemeClr val="bg1"/>
                </a:solidFill>
              </a:rPr>
              <a:t>to </a:t>
            </a:r>
            <a:r>
              <a:rPr lang="en-US" b="1" dirty="0">
                <a:solidFill>
                  <a:schemeClr val="bg1"/>
                </a:solidFill>
              </a:rPr>
              <a:t>increase efficiency</a:t>
            </a:r>
            <a:r>
              <a:rPr lang="en-US" dirty="0">
                <a:solidFill>
                  <a:schemeClr val="bg1"/>
                </a:solidFill>
              </a:rPr>
              <a:t> of data pulling.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Graphic 4" descr="Folder Search with solid fill">
            <a:extLst>
              <a:ext uri="{FF2B5EF4-FFF2-40B4-BE49-F238E27FC236}">
                <a16:creationId xmlns:a16="http://schemas.microsoft.com/office/drawing/2014/main" id="{355646BD-3146-15D9-B2BE-38BFEDDD0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pic>
        <p:nvPicPr>
          <p:cNvPr id="7" name="Graphic 6" descr="Folder Search with solid fill">
            <a:extLst>
              <a:ext uri="{FF2B5EF4-FFF2-40B4-BE49-F238E27FC236}">
                <a16:creationId xmlns:a16="http://schemas.microsoft.com/office/drawing/2014/main" id="{64387A57-766A-2FCF-C641-906FF5D0D4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1592" y="5371211"/>
            <a:ext cx="1121664" cy="112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25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E72ED-CF44-01CD-ECCE-32886C219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Key features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37D3E-8F77-61AD-EAA9-90D62A08A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Source Data: </a:t>
            </a:r>
            <a:r>
              <a:rPr lang="en-US" dirty="0">
                <a:solidFill>
                  <a:schemeClr val="bg1"/>
                </a:solidFill>
              </a:rPr>
              <a:t>An excel spreadsheet (easy to maintain and update)</a:t>
            </a:r>
          </a:p>
          <a:p>
            <a:pPr marL="0" indent="0">
              <a:buNone/>
            </a:pPr>
            <a:endParaRPr lang="en-GB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176 TDs </a:t>
            </a:r>
            <a:r>
              <a:rPr lang="en-GB" dirty="0">
                <a:solidFill>
                  <a:schemeClr val="bg1"/>
                </a:solidFill>
              </a:rPr>
              <a:t>Listed (DePuy)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Includes data for: </a:t>
            </a:r>
            <a:r>
              <a:rPr lang="en-GB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TD, Windchill TD number, Device name, Device Class, DoC number, BUDI-DI codes, Product codes/SKUs, SSCP, IFU, PIL, CER</a:t>
            </a:r>
            <a:r>
              <a:rPr lang="en-GB" dirty="0"/>
              <a:t>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Flexible user interface.</a:t>
            </a:r>
          </a:p>
        </p:txBody>
      </p:sp>
      <p:pic>
        <p:nvPicPr>
          <p:cNvPr id="4" name="Graphic 3" descr="Folder Search with solid fill">
            <a:extLst>
              <a:ext uri="{FF2B5EF4-FFF2-40B4-BE49-F238E27FC236}">
                <a16:creationId xmlns:a16="http://schemas.microsoft.com/office/drawing/2014/main" id="{C9791EEA-76A3-22D0-DC84-391D83F059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51592" y="5371211"/>
            <a:ext cx="1121664" cy="112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85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23A9DB-5920-BBB0-5401-B2867FC07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17" y="587229"/>
            <a:ext cx="11970365" cy="56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29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04E0-C374-12CE-B80E-B8D0C011A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AB62F-2478-08D5-1CD1-62654200A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Future improvements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6B5A9-CA01-8ED7-8DCC-854DDD3E0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Fill in Data Gaps </a:t>
            </a:r>
          </a:p>
          <a:p>
            <a:r>
              <a:rPr lang="en-US" dirty="0">
                <a:solidFill>
                  <a:schemeClr val="bg1"/>
                </a:solidFill>
              </a:rPr>
              <a:t>Try a SKU-centered approach </a:t>
            </a:r>
          </a:p>
          <a:p>
            <a:r>
              <a:rPr lang="en-US" dirty="0">
                <a:solidFill>
                  <a:schemeClr val="bg1"/>
                </a:solidFill>
              </a:rPr>
              <a:t>Integrate/ link to Windchill </a:t>
            </a: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Graphic 3" descr="Folder Search with solid fill">
            <a:extLst>
              <a:ext uri="{FF2B5EF4-FFF2-40B4-BE49-F238E27FC236}">
                <a16:creationId xmlns:a16="http://schemas.microsoft.com/office/drawing/2014/main" id="{AB2D13E1-2A40-D756-204C-AD5E48852C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51592" y="5371211"/>
            <a:ext cx="1121664" cy="112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747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170</Words>
  <Application>Microsoft Office PowerPoint</Application>
  <PresentationFormat>Widescreen</PresentationFormat>
  <Paragraphs>24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Regulatory Index Tool </vt:lpstr>
      <vt:lpstr>Background </vt:lpstr>
      <vt:lpstr>Background </vt:lpstr>
      <vt:lpstr>Key features </vt:lpstr>
      <vt:lpstr>PowerPoint Presentation</vt:lpstr>
      <vt:lpstr>Future improvements</vt:lpstr>
    </vt:vector>
  </TitlesOfParts>
  <Company>JNJ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Asif, Aiza [DPYGB]</dc:creator>
  <cp:lastModifiedBy>Asif, Aiza [DPYGB]</cp:lastModifiedBy>
  <cp:revision>1</cp:revision>
  <dcterms:created xsi:type="dcterms:W3CDTF">2026-06-08T08:12:16Z</dcterms:created>
  <dcterms:modified xsi:type="dcterms:W3CDTF">2026-06-10T13:33:50Z</dcterms:modified>
</cp:coreProperties>
</file>